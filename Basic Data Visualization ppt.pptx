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4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BB4EC-E118-46B8-B1C7-04BEB625759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F246E-3F4F-47AE-B484-DA9A6488A6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573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F246E-3F4F-47AE-B484-DA9A6488A6D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747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A831-D448-4A03-F281-A6FD1C81F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65443-9752-CB8B-35E9-0C90DDF14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59977-F369-E6D1-2A7C-964F7B5D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786A-4E7F-4574-ACD8-277D8487897F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78A7A-E4B0-B690-C9C0-89077FC59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D2D8E-A749-3355-1E0C-B69F8B53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CBE7-1BB9-4971-9783-85374730C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27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D869-906E-70EC-5EB4-950B145C1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D0A96-22E1-2316-8FAA-C25E5F1F3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6A650-8EDE-39B7-4DB7-BC102669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786A-4E7F-4574-ACD8-277D8487897F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23711-82A2-BD89-22C2-E75F886F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8DF21-2576-A9F0-9D2B-667A864E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CBE7-1BB9-4971-9783-85374730C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29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CE41-D719-D2F8-CCAB-90E499BBD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0FC20-99F5-54DA-594D-7ACFFC4A1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E4B79-A63C-9B3D-C119-F8B849116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786A-4E7F-4574-ACD8-277D8487897F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04D94-6470-681A-AA02-71FBBA2C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FE01A-F51B-C1B4-F2A5-867C1439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CBE7-1BB9-4971-9783-85374730C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120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E904F-E723-E7A8-04DC-41A06C382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707E7-7008-D894-3956-1B1C6BD12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22E34-7AA3-42F5-9269-7BDE681FB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55217-534F-A0EF-E247-D03803DC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786A-4E7F-4574-ACD8-277D8487897F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4B7F1-71CC-DF74-A3FE-C8226602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431F4-659D-02DA-DC88-3EC799DA5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CBE7-1BB9-4971-9783-85374730C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9FA57-CF2F-C308-5AA2-E728C3E63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2CE81-963C-802C-416B-81003E132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CBDCA-94A1-C8BE-D1EB-E96AAB5D3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8D593B-9FEF-D99A-6F0F-8526D2F1A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582580-8614-582B-74FB-90A5E759B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AF2C57-F394-C11A-568F-D065E448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786A-4E7F-4574-ACD8-277D8487897F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068DC-E960-CB0A-18AD-6194FCF58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C41B75-7A47-D7E5-6E26-7A6E4A6C1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CBE7-1BB9-4971-9783-85374730C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409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6929-AE1B-5AE6-55ED-A56E7BF1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5B7F6-23BE-0F91-B664-6C989DEC8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786A-4E7F-4574-ACD8-277D8487897F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3D2FCE-6A93-A684-D6F0-9D990B9D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1C108-2E50-2824-777E-0BAF1ADC6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CBE7-1BB9-4971-9783-85374730C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96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FE106D-1DB5-777E-2843-A2A7E245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786A-4E7F-4574-ACD8-277D8487897F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D4DFC-7A29-D5E3-EA41-BD8BF6DCA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1F0FA-A7F0-3222-AAE7-D5CAAA3E6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CBE7-1BB9-4971-9783-85374730C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03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8F9A8-9AB8-D2E4-E88F-009F184ED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1E7FB-D3F9-DC40-00AD-B3DBDBE30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D5677-210A-993F-9E45-FC21ADDE4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B8C9E-D61D-13D8-E00F-BB4758AC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786A-4E7F-4574-ACD8-277D8487897F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5A1F8-A63C-D684-DCFA-D9EF9998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8A806-0D8E-55B9-308F-8CF792EEA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CBE7-1BB9-4971-9783-85374730C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472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8BC7-8F80-7255-50F8-C847C5E41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CD6C3F-92BC-10E3-A86F-E574DD396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C287E-9287-5276-4F19-FED98C273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D1E12-A52A-DBFC-D6D7-63CE69572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786A-4E7F-4574-ACD8-277D8487897F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C9071-9CA9-0A86-55CF-607FC3E0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38184-0EA4-E71C-D003-790E7592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CBE7-1BB9-4971-9783-85374730C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15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45B45-1FE9-A82C-0605-FCAD6A943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0BE3-980F-CC60-3E5A-16C57F832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317F-0449-B1EB-96C5-95BE6F444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786A-4E7F-4574-ACD8-277D8487897F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A75A1-28F9-103F-39F1-3C8035489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07E89-2B9C-59FE-EDFF-F9F1D3C6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CBE7-1BB9-4971-9783-85374730C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288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533A55-3C68-7937-E749-8B4E59104E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2C62D-EC7E-0B77-DD2A-E6C5E36B2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41471-C1A9-B6AD-508E-21967F38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786A-4E7F-4574-ACD8-277D8487897F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A1C32-A0A0-ED59-6F5E-5A866992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C5D5C-EB4D-1442-176F-B0206A1A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CBE7-1BB9-4971-9783-85374730C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86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48B2C-950D-5205-E02F-8B3F72832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406BF-A5FB-AD9A-BD06-B4E5D5850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0D9B9-B4CE-7746-2621-59664EC40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7786A-4E7F-4574-ACD8-277D8487897F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8F890-7C99-F8CF-7EFB-20E58BD07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8502E-294A-25BE-F097-902121171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72CBE7-1BB9-4971-9783-85374730C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76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2A9D-73A6-9ADC-6081-15AAA41768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Basic Data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64438-E8FD-7FF1-9111-42A73BEE2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0530" y="4431377"/>
            <a:ext cx="5050465" cy="1655762"/>
          </a:xfrm>
        </p:spPr>
        <p:txBody>
          <a:bodyPr/>
          <a:lstStyle/>
          <a:p>
            <a:r>
              <a:rPr lang="en-IN" sz="2800" b="1" dirty="0">
                <a:latin typeface="Cablir"/>
              </a:rPr>
              <a:t>Presented By</a:t>
            </a:r>
          </a:p>
          <a:p>
            <a:r>
              <a:rPr lang="en-IN" sz="2800" dirty="0" err="1">
                <a:latin typeface="Cablir"/>
              </a:rPr>
              <a:t>Dhudukala</a:t>
            </a:r>
            <a:r>
              <a:rPr lang="en-IN" sz="2800">
                <a:latin typeface="Cablir"/>
              </a:rPr>
              <a:t> Thapaswini</a:t>
            </a:r>
            <a:endParaRPr lang="en-IN" sz="2800" dirty="0">
              <a:latin typeface="Cablir"/>
            </a:endParaRPr>
          </a:p>
        </p:txBody>
      </p:sp>
    </p:spTree>
    <p:extLst>
      <p:ext uri="{BB962C8B-B14F-4D97-AF65-F5344CB8AC3E}">
        <p14:creationId xmlns:p14="http://schemas.microsoft.com/office/powerpoint/2010/main" val="1214354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FCAF-8593-927D-A87F-97760247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79" y="460819"/>
            <a:ext cx="10515600" cy="815087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9D1AB-E2E3-8882-1579-0ADB8F61F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79" y="1711842"/>
            <a:ext cx="11846442" cy="490161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Cablir"/>
              </a:rPr>
              <a:t>Data visualization helps transform raw numbers into meaningful and easy-to-understand visuals.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Cablir"/>
              </a:rPr>
              <a:t>This project focuses on exploring the Iris dataset using different types of charts and plots.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Cablir"/>
              </a:rPr>
              <a:t>Bar plots were used to compare measurements across different flower species.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Cablir"/>
              </a:rPr>
              <a:t>Line charts helped observe trends and variations within the dataset.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Cablir"/>
              </a:rPr>
              <a:t>Scatter plots were created to understand the relationship between numerical features.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Cablir"/>
              </a:rPr>
              <a:t>Labels, titles, and legends were customized to make the visualizations clear and informative.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Cablir"/>
              </a:rPr>
              <a:t>The generated charts were exported as image files for use in reports and presentations.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Cablir"/>
              </a:rPr>
              <a:t>Through this project, we gained hands-on experience in presenting data in a visually appealing and insightful manner using Python libraries such as Matplotlib and Seaborn.</a:t>
            </a:r>
          </a:p>
        </p:txBody>
      </p:sp>
    </p:spTree>
    <p:extLst>
      <p:ext uri="{BB962C8B-B14F-4D97-AF65-F5344CB8AC3E}">
        <p14:creationId xmlns:p14="http://schemas.microsoft.com/office/powerpoint/2010/main" val="78259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173FE-4F46-C0F9-BFDA-99C07C9CB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5646"/>
            <a:ext cx="10515600" cy="910782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865C0-00CE-E138-7BCF-EEFD68CB1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464118"/>
            <a:ext cx="11410507" cy="4968580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400" dirty="0">
                <a:latin typeface="Cablir"/>
              </a:rPr>
              <a:t>The Iris dataset is one of the most well-known datasets in the field of data science and machine learning. </a:t>
            </a:r>
          </a:p>
          <a:p>
            <a:pPr algn="just"/>
            <a:r>
              <a:rPr lang="en-IN" sz="2400" dirty="0">
                <a:latin typeface="Cablir"/>
              </a:rPr>
              <a:t>It was originally introduced by the British statistician and biologist Ronald A. Fisher in 1936 for classification studies. </a:t>
            </a:r>
          </a:p>
          <a:p>
            <a:pPr algn="just"/>
            <a:r>
              <a:rPr lang="en-IN" sz="2400" dirty="0">
                <a:latin typeface="Cablir"/>
              </a:rPr>
              <a:t>The dataset contains measurements of iris flowers belonging to three different species. </a:t>
            </a:r>
          </a:p>
          <a:p>
            <a:pPr algn="just"/>
            <a:r>
              <a:rPr lang="en-IN" sz="2400" dirty="0">
                <a:latin typeface="Cablir"/>
              </a:rPr>
              <a:t>It is widely used for learning data analysis, visualization, and machine learning concepts because of its simplicity and well-structured format. </a:t>
            </a:r>
          </a:p>
          <a:p>
            <a:pPr algn="just"/>
            <a:r>
              <a:rPr lang="en-IN" sz="2400" dirty="0">
                <a:latin typeface="Cablir"/>
              </a:rPr>
              <a:t>The dataset consists of 150 observations (rows) and 5 columns (features). Each observation represents a single iris flower sample with its corresponding measurements.</a:t>
            </a:r>
          </a:p>
          <a:p>
            <a:pPr algn="just"/>
            <a:r>
              <a:rPr lang="en-IN" sz="2400" dirty="0">
                <a:latin typeface="Cablir"/>
              </a:rPr>
              <a:t>The three species included in the dataset are: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b="1" dirty="0" err="1">
                <a:latin typeface="Cablir"/>
              </a:rPr>
              <a:t>Setosa</a:t>
            </a:r>
            <a:r>
              <a:rPr lang="en-IN" sz="2400" dirty="0">
                <a:latin typeface="Cablir"/>
              </a:rPr>
              <a:t>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b="1" dirty="0">
                <a:latin typeface="Cablir"/>
              </a:rPr>
              <a:t>Versicolor</a:t>
            </a:r>
            <a:r>
              <a:rPr lang="en-IN" sz="2400" dirty="0">
                <a:latin typeface="Cablir"/>
              </a:rPr>
              <a:t>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b="1" dirty="0">
                <a:latin typeface="Cablir"/>
              </a:rPr>
              <a:t>Virginica</a:t>
            </a:r>
            <a:endParaRPr lang="en-IN" sz="2400" dirty="0">
              <a:latin typeface="Cablir"/>
            </a:endParaRPr>
          </a:p>
          <a:p>
            <a:endParaRPr lang="en-IN" sz="2400" dirty="0">
              <a:latin typeface="Cablir"/>
            </a:endParaRPr>
          </a:p>
        </p:txBody>
      </p:sp>
    </p:spTree>
    <p:extLst>
      <p:ext uri="{BB962C8B-B14F-4D97-AF65-F5344CB8AC3E}">
        <p14:creationId xmlns:p14="http://schemas.microsoft.com/office/powerpoint/2010/main" val="538369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3CE4B-FF63-3DB2-FA59-9C9744D18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57" y="255181"/>
            <a:ext cx="11219121" cy="5975497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Cablir"/>
              </a:rPr>
              <a:t>Four columns contain numerical measurements of the flowers: </a:t>
            </a:r>
            <a:r>
              <a:rPr lang="en-IN" sz="2400" b="1" dirty="0">
                <a:latin typeface="Cablir"/>
              </a:rPr>
              <a:t>Sepal Length (cm):</a:t>
            </a:r>
            <a:r>
              <a:rPr lang="en-IN" sz="2400" dirty="0">
                <a:latin typeface="Cablir"/>
              </a:rPr>
              <a:t> Length of the outer leaf-like part of the flower. </a:t>
            </a:r>
          </a:p>
          <a:p>
            <a:pPr marL="514350" indent="-514350" algn="just">
              <a:buFont typeface="+mj-lt"/>
              <a:buAutoNum type="romanUcPeriod"/>
            </a:pPr>
            <a:r>
              <a:rPr lang="en-IN" sz="2400" b="1" dirty="0">
                <a:latin typeface="Cablir"/>
              </a:rPr>
              <a:t>Sepal Width (cm):</a:t>
            </a:r>
            <a:r>
              <a:rPr lang="en-IN" sz="2400" dirty="0">
                <a:latin typeface="Cablir"/>
              </a:rPr>
              <a:t> Width of the sepal. </a:t>
            </a:r>
          </a:p>
          <a:p>
            <a:pPr marL="514350" indent="-514350" algn="just">
              <a:buFont typeface="+mj-lt"/>
              <a:buAutoNum type="romanUcPeriod"/>
            </a:pPr>
            <a:r>
              <a:rPr lang="en-IN" sz="2400" b="1" dirty="0">
                <a:latin typeface="Cablir"/>
              </a:rPr>
              <a:t>Petal Length (cm):</a:t>
            </a:r>
            <a:r>
              <a:rPr lang="en-IN" sz="2400" dirty="0">
                <a:latin typeface="Cablir"/>
              </a:rPr>
              <a:t> Length of the petal. </a:t>
            </a:r>
          </a:p>
          <a:p>
            <a:pPr marL="514350" indent="-514350" algn="just">
              <a:buFont typeface="+mj-lt"/>
              <a:buAutoNum type="romanUcPeriod"/>
            </a:pPr>
            <a:r>
              <a:rPr lang="en-IN" sz="2400" b="1" dirty="0">
                <a:latin typeface="Cablir"/>
              </a:rPr>
              <a:t>Petal Width (cm):</a:t>
            </a:r>
            <a:r>
              <a:rPr lang="en-IN" sz="2400" dirty="0">
                <a:latin typeface="Cablir"/>
              </a:rPr>
              <a:t> Width of the petal. </a:t>
            </a:r>
          </a:p>
          <a:p>
            <a:pPr algn="just"/>
            <a:r>
              <a:rPr lang="en-IN" sz="2400" dirty="0">
                <a:latin typeface="Cablir"/>
              </a:rPr>
              <a:t>The fifth column, Species, is a categorical feature indicating the type of iris flower. </a:t>
            </a:r>
          </a:p>
          <a:p>
            <a:pPr algn="just"/>
            <a:r>
              <a:rPr lang="en-IN" sz="2400" dirty="0">
                <a:latin typeface="Cablir"/>
              </a:rPr>
              <a:t>The dataset does not contain missing values, making it ideal for beginners to practice data visualization techniques. </a:t>
            </a:r>
          </a:p>
          <a:p>
            <a:pPr algn="just"/>
            <a:r>
              <a:rPr lang="en-IN" sz="2400" dirty="0">
                <a:latin typeface="Cablir"/>
              </a:rPr>
              <a:t>Its balanced distribution across the three species makes it useful for identifying patterns, comparing categories, and understanding relationships between variables through charts and plots.</a:t>
            </a:r>
          </a:p>
        </p:txBody>
      </p:sp>
    </p:spTree>
    <p:extLst>
      <p:ext uri="{BB962C8B-B14F-4D97-AF65-F5344CB8AC3E}">
        <p14:creationId xmlns:p14="http://schemas.microsoft.com/office/powerpoint/2010/main" val="610709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67208-175D-7C27-F2D6-1871D2CE3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566" y="180754"/>
            <a:ext cx="11589675" cy="1222744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Bar Plot Analysis   [</a:t>
            </a:r>
            <a:r>
              <a:rPr lang="en-IN" sz="4000" b="1" dirty="0"/>
              <a:t>Visualization: Average Sepal Length by Species</a:t>
            </a:r>
            <a:r>
              <a:rPr lang="en-IN" sz="4000" dirty="0"/>
              <a:t>]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4CE7B02-05FA-80ED-C89C-96ADB331A04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3" r="8143"/>
          <a:stretch>
            <a:fillRect/>
          </a:stretch>
        </p:blipFill>
        <p:spPr>
          <a:xfrm>
            <a:off x="5869172" y="1632098"/>
            <a:ext cx="6142261" cy="48736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014B5-632A-FEF4-AB5A-EAEE0B1D4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0567" y="1632098"/>
            <a:ext cx="4933694" cy="5045148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Cablir"/>
              </a:rPr>
              <a:t>The bar plot compares the average sepal length of the three Iris flower species.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Cablir"/>
              </a:rPr>
              <a:t>Virginica has the highest average sepal length, while </a:t>
            </a:r>
            <a:r>
              <a:rPr lang="en-IN" sz="2400" dirty="0" err="1">
                <a:latin typeface="Cablir"/>
              </a:rPr>
              <a:t>Setosa</a:t>
            </a:r>
            <a:r>
              <a:rPr lang="en-IN" sz="2400" dirty="0">
                <a:latin typeface="Cablir"/>
              </a:rPr>
              <a:t> has the lowest.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Cablir"/>
              </a:rPr>
              <a:t>The differences in bar heights clearly show the unique characteristics of each species.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Cablir"/>
              </a:rPr>
              <a:t>This visualization makes category-wise comparisons simple, helping us interpret the data quickly and effectively.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6971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9793B-DAF6-1408-BCBC-74E5F3D11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23" y="74428"/>
            <a:ext cx="11795015" cy="837223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Line Chart Analysis [Visualization: Sepal Length Trend]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15265B2-D554-A222-D71C-C50E58FA7E5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0" r="18700"/>
          <a:stretch>
            <a:fillRect/>
          </a:stretch>
        </p:blipFill>
        <p:spPr>
          <a:xfrm>
            <a:off x="6096000" y="1792141"/>
            <a:ext cx="5837238" cy="48736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CD9C0-C093-FECF-A432-DB317F768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763" y="1095153"/>
            <a:ext cx="5238270" cy="5611242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Cablir"/>
              </a:rPr>
              <a:t>The line chart illustrates the trend and variation in sepal length measurements across different observations in the dataset.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Cablir"/>
              </a:rPr>
              <a:t>It shows that the values fluctuate naturally, with no sudden spikes or unusual patterns.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Cablir"/>
              </a:rPr>
              <a:t>This visualization helps identify how the measurements change from one sample to another in a sequential manner.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Cablir"/>
              </a:rPr>
              <a:t>Line charts are useful for understanding trends and recognizing patterns that may not be evident from raw data alone.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843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F8D95-CA05-2C79-9829-85AAC75C0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69" y="95693"/>
            <a:ext cx="11777164" cy="1307806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Scatter Plot Analysis [Visualization: Sepal Length vs Petal Length]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532A53F-33A6-FD1A-E213-EBEF665F224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2" r="7642"/>
          <a:stretch>
            <a:fillRect/>
          </a:stretch>
        </p:blipFill>
        <p:spPr>
          <a:xfrm>
            <a:off x="6443330" y="1403499"/>
            <a:ext cx="5337544" cy="523121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4A1BF-BECE-97B5-C3C8-0BC493916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669" y="1568485"/>
            <a:ext cx="5975331" cy="5066231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400" dirty="0">
                <a:latin typeface="Cablir"/>
              </a:rPr>
              <a:t>The scatter plot illustrates the relationship between sepal length and petal length in the Iris dataset.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400" dirty="0">
                <a:latin typeface="Cablir"/>
              </a:rPr>
              <a:t>A positive relationship can be observed, indicating that flowers with longer sepals generally tend to have longer petals.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400" dirty="0">
                <a:latin typeface="Cablir"/>
              </a:rPr>
              <a:t>The data points form distinct clusters, showing clear differences among the three Iris species.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sz="2400" dirty="0">
                <a:latin typeface="Cablir"/>
              </a:rPr>
              <a:t>This visualization helps identify patterns, correlations, and natural groupings within the dataset more effectively than raw numerical values.</a:t>
            </a:r>
          </a:p>
        </p:txBody>
      </p:sp>
    </p:spTree>
    <p:extLst>
      <p:ext uri="{BB962C8B-B14F-4D97-AF65-F5344CB8AC3E}">
        <p14:creationId xmlns:p14="http://schemas.microsoft.com/office/powerpoint/2010/main" val="232480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43EE-8268-F6D5-69E4-825015CC5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17" y="116959"/>
            <a:ext cx="10515600" cy="90014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199FD-2E01-262D-BD1F-D789B1AF4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17" y="1017108"/>
            <a:ext cx="11461897" cy="5609931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latin typeface="Cablir"/>
              </a:rPr>
              <a:t>The Iris dataset contains distinct characteristics that help differentiate the three flower species. </a:t>
            </a:r>
          </a:p>
          <a:p>
            <a:pPr algn="just"/>
            <a:r>
              <a:rPr lang="en-IN" sz="2400" dirty="0">
                <a:latin typeface="Cablir"/>
              </a:rPr>
              <a:t>Virginica generally exhibits larger measurements, particularly in sepal length, compared to the other species. </a:t>
            </a:r>
          </a:p>
          <a:p>
            <a:pPr algn="just"/>
            <a:r>
              <a:rPr lang="en-IN" sz="2400" dirty="0">
                <a:latin typeface="Cablir"/>
              </a:rPr>
              <a:t>The bar plot effectively highlights differences in average sepal length among the species. </a:t>
            </a:r>
          </a:p>
          <a:p>
            <a:pPr algn="just"/>
            <a:r>
              <a:rPr lang="en-IN" sz="2400" dirty="0">
                <a:latin typeface="Cablir"/>
              </a:rPr>
              <a:t>The line chart reveals natural variations in measurements without any unusual fluctuations or extreme values. </a:t>
            </a:r>
          </a:p>
          <a:p>
            <a:pPr algn="just"/>
            <a:r>
              <a:rPr lang="en-IN" sz="2400" dirty="0">
                <a:latin typeface="Cablir"/>
              </a:rPr>
              <a:t>The scatter plot shows a positive relationship between sepal length and petal length, indicating that these features tend to increase together. </a:t>
            </a:r>
          </a:p>
          <a:p>
            <a:pPr algn="just"/>
            <a:r>
              <a:rPr lang="en-IN" sz="2400" dirty="0">
                <a:latin typeface="Cablir"/>
              </a:rPr>
              <a:t>Clear clustering in the scatter plot suggests that the species have unique patterns and can be visually distinguished. </a:t>
            </a:r>
          </a:p>
          <a:p>
            <a:pPr algn="just"/>
            <a:r>
              <a:rPr lang="en-IN" sz="2400" dirty="0">
                <a:latin typeface="Cablir"/>
              </a:rPr>
              <a:t>Data visualizations simplify complex numerical information, making it easier to identify trends, relationships, and insights. </a:t>
            </a:r>
          </a:p>
        </p:txBody>
      </p:sp>
    </p:spTree>
    <p:extLst>
      <p:ext uri="{BB962C8B-B14F-4D97-AF65-F5344CB8AC3E}">
        <p14:creationId xmlns:p14="http://schemas.microsoft.com/office/powerpoint/2010/main" val="3184098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B442A-FD74-DD2E-ECA1-8BED78DA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09" y="215013"/>
            <a:ext cx="10515600" cy="1103424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307EC-3A2B-5F7F-51A1-75F468110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409" y="1529832"/>
            <a:ext cx="10963940" cy="5113155"/>
          </a:xfrm>
        </p:spPr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IN" sz="2400" dirty="0">
                <a:latin typeface="Cablir"/>
              </a:rPr>
              <a:t>This project demonstrated how data visualization can transform raw data into meaningful and easy-to-understand insights.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IN" sz="2400" dirty="0">
                <a:latin typeface="Cablir"/>
              </a:rPr>
              <a:t>By creating bar plots, line charts, and scatter plots, we explored patterns, trends, and relationships within the Iris dataset.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IN" sz="2400" dirty="0">
                <a:latin typeface="Cablir"/>
              </a:rPr>
              <a:t>The visualizations helped compare species characteristics and identify correlations between different features.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IN" sz="2400" dirty="0">
                <a:latin typeface="Cablir"/>
              </a:rPr>
              <a:t>Customizing charts with appropriate labels, titles, and legends improved the clarity and presentation of the findings.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IN" sz="2400" dirty="0">
                <a:latin typeface="Cablir"/>
              </a:rPr>
              <a:t>Overall, this task enhanced our practical skills in Python, Matplotlib, and Seaborn while highlighting the importance of visual storytelling in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2346342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,900+ Thank You Presentation Stock Photos, Pictures ...">
            <a:extLst>
              <a:ext uri="{FF2B5EF4-FFF2-40B4-BE49-F238E27FC236}">
                <a16:creationId xmlns:a16="http://schemas.microsoft.com/office/drawing/2014/main" id="{629579C5-43B2-D8C2-DC62-401A180EB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693" y="1567380"/>
            <a:ext cx="6666613" cy="372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81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,363 Any Queries Royalty-Free Images ...">
            <a:extLst>
              <a:ext uri="{FF2B5EF4-FFF2-40B4-BE49-F238E27FC236}">
                <a16:creationId xmlns:a16="http://schemas.microsoft.com/office/drawing/2014/main" id="{E14F3D36-B5CB-654C-5CE7-7BCF7804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505" y="1880578"/>
            <a:ext cx="8666541" cy="309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830</Words>
  <Application>Microsoft Office PowerPoint</Application>
  <PresentationFormat>Widescreen</PresentationFormat>
  <Paragraphs>59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Cablir</vt:lpstr>
      <vt:lpstr>Aptos</vt:lpstr>
      <vt:lpstr>Aptos Display</vt:lpstr>
      <vt:lpstr>Arial</vt:lpstr>
      <vt:lpstr>Cambria</vt:lpstr>
      <vt:lpstr>Courier New</vt:lpstr>
      <vt:lpstr>Wingdings</vt:lpstr>
      <vt:lpstr>Office Theme</vt:lpstr>
      <vt:lpstr>Basic Data Visualization</vt:lpstr>
      <vt:lpstr>Project Overview</vt:lpstr>
      <vt:lpstr>Dataset Description</vt:lpstr>
      <vt:lpstr>PowerPoint Presentation</vt:lpstr>
      <vt:lpstr>Bar Plot Analysis   [Visualization: Average Sepal Length by Species]</vt:lpstr>
      <vt:lpstr>Line Chart Analysis [Visualization: Sepal Length Trend]</vt:lpstr>
      <vt:lpstr>Scatter Plot Analysis [Visualization: Sepal Length vs Petal Length]</vt:lpstr>
      <vt:lpstr>Key Insights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23881A05L9 23881A05L9</dc:creator>
  <cp:lastModifiedBy>23881A05L9 23881A05L9</cp:lastModifiedBy>
  <cp:revision>2</cp:revision>
  <dcterms:created xsi:type="dcterms:W3CDTF">2026-06-14T14:39:34Z</dcterms:created>
  <dcterms:modified xsi:type="dcterms:W3CDTF">2026-06-14T16:11:58Z</dcterms:modified>
</cp:coreProperties>
</file>